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ICS Component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Rockwell Allen-Bradley PLCs — assessment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Manufacturer: Rockwell Automation (Allen-Bradley)</a:t>
            </a:r>
          </a:p>
          <a:p>
            <a:r>
              <a:t>Protocol: EtherNet/IP, Modbus TCP</a:t>
            </a:r>
          </a:p>
          <a:p>
            <a:r>
              <a:t>Advisory: CVE-2021-22681 affects authentication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